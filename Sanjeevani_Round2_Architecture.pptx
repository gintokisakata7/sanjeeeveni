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E11D48"/>
                </a:solidFill>
              </a:defRPr>
            </a:pPr>
            <a:r>
              <a:t>SANJEEVANI (AERO)</a:t>
            </a:r>
          </a:p>
          <a:p>
            <a:pPr>
              <a:spcAft>
                <a:spcPts val="1600"/>
              </a:spcAft>
              <a:defRPr sz="2200" b="1">
                <a:solidFill>
                  <a:srgbClr val="F8FAFC"/>
                </a:solidFill>
              </a:defRPr>
            </a:pPr>
            <a:r>
              <a:t>Enterprise Event-Driven Emergency Response Platform &amp; System Architecture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Stateless AI Advisory  •  Emergency Orchestrator  •  Deterministic Resource Allocation  •  Hospital Gateway Adapters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SANJEEVANI (AERO)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Redesign: Event-Driven &amp; Service-Oriented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1. Emergency Orchestrator (The Brain)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Replaces rigid AI-centric flows with a central Event Orchestrator.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Manages emergency lifecycle: CREATED ➔ TRIAGED ➔ DISPATCHED ➔ RESOLVED.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Coordinates stateless AI services, matching engine, and notification gateway.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Nothing communicates directly; all events route through Orchestrator.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8463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2. Decoupled Enterprise Core Services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Stateless AI Service: Returns advisory JSON (type, severity, confidence) without dispatching.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Deterministic Allocation Engine: Multi-factor mathematical scoring (Beds, ICU, Doctor, Distance, ETA, Blood).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Hospital Gateway Adapter: Pluggable REST, HIS, FHIR &amp; Dashboard adapters.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Async Event Bus &amp; Notification Service: Real-time WebSockets, Push FCM, SMS &amp; WhatsApp.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SANJEEVANI (AERO)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Topology &amp; Modular Subsystems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0175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Client &amp; Intake Layer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Citizen PWA &amp; Native App: Audio recording &amp; real-time voice streaming.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Staff Platform: Unified app for Doctors, Drivers &amp; ASHA Workers.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Hospital Command Portal: Real-time bed &amp; emergency queue management.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FastAPI REST Gateway: Central API router with JWT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645920"/>
            <a:ext cx="3017520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Core Orchestrator &amp; AI Engine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Emergency Orchestrator: Central event controller &amp; state machine.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Whisper v3 STT: Auto-detects 12+ Indian languages &amp; dialects.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Groq Llama 3.3 70B: Sub-second intent &amp; clinical triage engine.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Gemini 2.0 &amp; Rule Fallback: Zero-downtime multi-tier redundancy.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0175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Gateway &amp; Infrastructure Layer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Hospital Adapter Resolver: Universal API client &amp; Dashboard gateway.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Deterministic Matching Engine: Mathematical scoring matrix.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Protocol Engine: Evidence-based WHO / AHA first-aid retrieval.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PostgreSQL + Supabase: Unified relational persistence &amp; cloud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SANJEEVANI (AERO)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Deterministic Resource Allocation Engine (Judgable Scoring Matrix)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Multi-Factor Mathematical Inputs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Patient Clinical Severity: RED (1.0), AMBER (0.7), GREEN (0.3).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Geospatial Proximity &amp; Live Traffic ETA: Real-time GPS distance calculation.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Real-Time Hospital Capacity: Total Beds, ICU Beds, Ventilators &amp; Blood Bank status.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On-Duty Medical Roster: Available Specialists, Surgeons &amp; Emergency Physicians.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ASHA/ANM Rural Proximity: Local community responder ETA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8463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Deterministic Output Scoring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Hospital Score = f(Specialty, Beds, Distance, ICU Availability).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Ambulance Score = f(Vehicle Type, Live GPS ETA, Driver Shift).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ASHA Score = f(Local Distance, Skill Set, Training Category).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100% Explainable &amp; Auditable: Zero black-box AI dispatch risks; fully compliant with health regulations.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SANJEEVANI (AERO)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Hospital Gateway: Pluggable Adapter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Tier A — Corporate &amp; Large Hospitals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REST / Webhook API Adapter: Direct integration with Apollo, Yashoda, Care, AIG HIS.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Zero Workflow Disruption: Inbound webhook triggers internal hospital dispatch.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HL7 / FHIR Adapter: Standardized healthcare interoperability data exchange.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Automated Roster &amp; Bed Sync: Automated real-time capacity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846320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Tier B — Small Hospitals &amp; CHCs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Free Sanjeevani Dashboard Adapter: Additive capability for facilities without IT infra.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Accept / Decline / Escalate: One-click emergency case acceptance workflow.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Manual Capacity Toggles: Simple UI controls for bed and doctor availability.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Zero Integration Friction: Instant onboarding for rural and small town clinics.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SANJEEVANI (AERO)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Decoupled AI Pipeline &amp; Safety-Certified Protocol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Split AI Advisory Pipeline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Speech Service: Groq Whisper Large v3 (transcribes 12+ Indian scripts).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Translation Service: Converts regional speech into clinical English.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Intent Service: Groq Llama 3.3 70B classifies sub-intent (Cardiac, Trauma, etc.).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Clinical Triage Service: Severity rating &amp; chief complaint extraction.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Stateless Advisory: AI provides recommendations; humans &amp; deterministic engines execute.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846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Safety-Certified Protocol Engine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Evidence-Based First Aid: Governed strictly by WHO, AHA, and Red Cross guidelines.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Zero Hallucination Guarantee: AI never invents medical or first-aid instructions.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Multilingual Script Rendering: Renders steps in Telugu, Hindi, Tamil, Bengali, etc.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Native TTS Audio Guidance: Spoken step-by-step guidance directly on caller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SANJEEVANI (AERO)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Async Event Bus &amp; Centralized Notification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Event Bus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Asynchronous Event Emitters: EmergencyCreated, EmergencyTriaged, ResponderAssigned, EmergencyAccepted.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Decoupled Subscribers: Hospital Gateway, Staff Apps, Command Center &amp; Audit Service subscribe independently.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Zero Cascading Failures: High availability even if individual channels experience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8463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Central Notification Router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Multi-Channel Dispatch: WebSocket, FCM Push, SMS, WhatsApp &amp; Voice Call.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Intelligent Channel Selection: Sends push to app; falls back to SMS/WhatsApp for low network.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Real-Time Family Broadcast: Automatically alerts emergency contacts with live tracking link.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SANJEEVANI (AERO)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Emergency State Machine &amp; Full Incident Audit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Strict State Machine Transitions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CREATED ➔ ANALYZING: Raw report received via voice/text.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TRIAGED ➔ MATCHING: Severity &amp; sub-intent established by AI.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WAITING_ACCEPTANCE ➔ ACCEPTED: Hospital or responder confirms case.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DISPATCHED ➔ EN_ROUTE: Ambulance moving to patient GPS.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ARRIVED ➔ RESOLVED: Patient admitted to ER; case completed.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8463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Immutable Incident Audit Log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Millisecond Timestamps: Every state transition and API call logged.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Structured Hospital Handover: Generates complete digital handover summary for ER doctor.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Legal &amp; Regulatory Compliance: Full auditability for healthcare governance.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Performance Analytics: Heatmaps, response time metrics, and hospital acceptance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SANJEEVANI (AERO)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Multi-Role Application Suite &amp; Command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017520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Citizen SOS App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PWA &amp; Native Mobile Web.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One-tap voice &amp; text intake.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Whisper v3 12+ Indian language STT.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Live GPS radar map animation.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Native speech first-aid playback.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645920"/>
            <a:ext cx="30175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Staff &amp; Responder App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Unified app for Doctors, Drivers &amp; ASHA.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Role-based dynamic UI layout.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One-click accept / decline dispatch.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Turn-by-turn navigation &amp; Siren alert.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Live bed &amp; shift toggle.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0175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Hospital &amp; Command Portal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Tier B Hospital Management System.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District Command Center GIS Map.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Real-time ICU/Bed &amp; Doctor capacity.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Super Admin verification dashboard.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Analytics &amp; Regional Heatmaps.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SANJEEVANI (AERO) 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Production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Core Application Stack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Backend: FastAPI (Python 3.12/3.14) + SQLModel ORM + Pydantic v2.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Database: PostgreSQL on Supabase + PostGIS geospatial extensions.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Web Frontend: React + Vite + Vanilla CSS Glassmorphism Design System.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Mobile App: Flutter (Cross-platform iOS / Android).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4846320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</a:defRPr>
            </a:pPr>
            <a:r>
              <a:t>AI &amp; Cloud Integration Stack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Speech-to-Text: Groq Whisper Large v3 (sub-second multilingual STT).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LLM Intelligence: Groq Llama 3.3 70B (0.05s response time).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Backup AI: Google Gemini 2.0 Flash Lite &amp; Rule Engine.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Cloud Storage: Supabase Storage Bucket (`hospital-documents`).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800" b="1">
                <a:solidFill>
                  <a:srgbClr val="E11D48"/>
                </a:solidFill>
              </a:defRPr>
            </a:pPr>
            <a:r>
              <a:t>THE ARCHITECTURE IS THE ARGUMENT.</a:t>
            </a:r>
          </a:p>
          <a:p>
            <a:pPr>
              <a:spcAft>
                <a:spcPts val="1600"/>
              </a:spcAft>
              <a:defRPr sz="2000" b="1">
                <a:solidFill>
                  <a:srgbClr val="F8FAFC"/>
                </a:solidFill>
              </a:defRPr>
            </a:pPr>
            <a:r>
              <a:t>Sanjeevani (AERO) scales without asking any responder to change first.</a:t>
            </a:r>
          </a:p>
          <a:p>
            <a:pPr>
              <a:defRPr sz="1400">
                <a:solidFill>
                  <a:srgbClr val="14B8A6"/>
                </a:solidFill>
              </a:defRPr>
            </a:pPr>
            <a:r>
              <a:t>✓ Event-Driven Emergency Orchestrator</a:t>
            </a:r>
            <a:br/>
            <a:r>
              <a:t>✓ Stateless AI Advisory Engine</a:t>
            </a:r>
            <a:br/>
            <a:r>
              <a:t>✓ Deterministic Resource Allocation Matrix</a:t>
            </a:r>
            <a:br/>
            <a:r>
              <a:t>✓ Pluggable Hospital Gateway Adapters</a:t>
            </a:r>
            <a:br/>
            <a:r>
              <a:t>✓ 100% Explainable, Safe &amp; Auditable Health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